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2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10" Type="http://schemas.openxmlformats.org/officeDocument/2006/relationships/customXml" Target="../customXml/item3.xml"/><Relationship Id="rId4" Type="http://schemas.openxmlformats.org/officeDocument/2006/relationships/viewProps" Target="viewProps.xml"/><Relationship Id="rId9" Type="http://schemas.openxmlformats.org/officeDocument/2006/relationships/customXml" Target="../customXml/item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horizontal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612000"/>
            <a:ext cx="1655999" cy="38988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92000" y="1199883"/>
            <a:ext cx="5976000" cy="19050"/>
          </a:xfrm>
          <a:prstGeom prst="rect">
            <a:avLst/>
          </a:prstGeom>
          <a:solidFill>
            <a:srgbClr val="FFB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1523883"/>
            <a:ext cx="59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[ ÁREA DE TEXTO — corpo da carta digitado aqui. Fonte Montserrat Regular, 11 pt, LH 1,5. ]</a:t>
            </a:r>
          </a:p>
        </p:txBody>
      </p:sp>
      <p:sp>
        <p:nvSpPr>
          <p:cNvPr id="5" name="Rectangle 4"/>
          <p:cNvSpPr/>
          <p:nvPr/>
        </p:nvSpPr>
        <p:spPr>
          <a:xfrm>
            <a:off x="792000" y="9504000"/>
            <a:ext cx="5976000" cy="9525"/>
          </a:xfrm>
          <a:prstGeom prst="rect">
            <a:avLst/>
          </a:prstGeom>
          <a:solidFill>
            <a:srgbClr val="E3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9629999"/>
            <a:ext cx="36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4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SOLAR CAPITAL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9809999"/>
            <a:ext cx="597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Rua Dr. Eduardo de Souza Aranha, 153 · 6º andar · Itaim Bibi · São Paulo/SP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9961199"/>
            <a:ext cx="597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contato@solarcapital.com.br · +55 11 3856-1545 · solarcapital.com.br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4ED58D50DE1834C893F2B2667A51999" ma:contentTypeVersion="11" ma:contentTypeDescription="Crie um novo documento." ma:contentTypeScope="" ma:versionID="2f443012878aec1712e8c37e439e1f3b">
  <xsd:schema xmlns:xsd="http://www.w3.org/2001/XMLSchema" xmlns:xs="http://www.w3.org/2001/XMLSchema" xmlns:p="http://schemas.microsoft.com/office/2006/metadata/properties" xmlns:ns2="d235906c-2b19-4edb-a9cd-2968972d819c" xmlns:ns3="5a12d974-712b-42cf-ac9f-ed325d2db275" targetNamespace="http://schemas.microsoft.com/office/2006/metadata/properties" ma:root="true" ma:fieldsID="614ea2d73340a4f2459ac6fa1bd56008" ns2:_="" ns3:_="">
    <xsd:import namespace="d235906c-2b19-4edb-a9cd-2968972d819c"/>
    <xsd:import namespace="5a12d974-712b-42cf-ac9f-ed325d2db2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35906c-2b19-4edb-a9cd-2968972d81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10ac03ab-8548-4ef7-b0e2-cd6684823f8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12d974-712b-42cf-ac9f-ed325d2db27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061eb28-ad59-4027-a765-3ed6b835ad5b}" ma:internalName="TaxCatchAll" ma:showField="CatchAllData" ma:web="5a12d974-712b-42cf-ac9f-ed325d2db2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235906c-2b19-4edb-a9cd-2968972d819c">
      <Terms xmlns="http://schemas.microsoft.com/office/infopath/2007/PartnerControls"/>
    </lcf76f155ced4ddcb4097134ff3c332f>
    <TaxCatchAll xmlns="5a12d974-712b-42cf-ac9f-ed325d2db275" xsi:nil="true"/>
  </documentManagement>
</p:properties>
</file>

<file path=customXml/itemProps1.xml><?xml version="1.0" encoding="utf-8"?>
<ds:datastoreItem xmlns:ds="http://schemas.openxmlformats.org/officeDocument/2006/customXml" ds:itemID="{B9475D14-715B-4BFE-B549-D138170B79E6}"/>
</file>

<file path=customXml/itemProps2.xml><?xml version="1.0" encoding="utf-8"?>
<ds:datastoreItem xmlns:ds="http://schemas.openxmlformats.org/officeDocument/2006/customXml" ds:itemID="{A957F6BF-C269-41E6-BEBB-B43098BA0720}"/>
</file>

<file path=customXml/itemProps3.xml><?xml version="1.0" encoding="utf-8"?>
<ds:datastoreItem xmlns:ds="http://schemas.openxmlformats.org/officeDocument/2006/customXml" ds:itemID="{3131BED7-3148-4510-B393-3874E8091E03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0x010100F4ED58D50DE1834C893F2B2667A51999</vt:lpwstr>
  </property>
</Properties>
</file>